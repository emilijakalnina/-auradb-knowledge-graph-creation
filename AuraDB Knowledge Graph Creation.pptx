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irsraksta sla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33E476AD-6896-15B8-38CA-6782E0C3C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Apakšvirsraksts 2">
            <a:extLst>
              <a:ext uri="{FF2B5EF4-FFF2-40B4-BE49-F238E27FC236}">
                <a16:creationId xmlns:a16="http://schemas.microsoft.com/office/drawing/2014/main" id="{13184045-F9D6-2C0E-80B7-0B9B43477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v-LV"/>
              <a:t>Noklikšķiniet, lai rediģētu šablona apakšvirsraksta stilu</a:t>
            </a:r>
          </a:p>
        </p:txBody>
      </p:sp>
      <p:sp>
        <p:nvSpPr>
          <p:cNvPr id="4" name="Datuma vietturis 3">
            <a:extLst>
              <a:ext uri="{FF2B5EF4-FFF2-40B4-BE49-F238E27FC236}">
                <a16:creationId xmlns:a16="http://schemas.microsoft.com/office/drawing/2014/main" id="{E8A6CCDF-B827-AE37-400A-2D8E9562D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B326-232D-491C-B7B3-1ABC5460880F}" type="datetimeFigureOut">
              <a:rPr lang="lv-LV" smtClean="0"/>
              <a:t>08.10.2026</a:t>
            </a:fld>
            <a:endParaRPr lang="lv-LV"/>
          </a:p>
        </p:txBody>
      </p:sp>
      <p:sp>
        <p:nvSpPr>
          <p:cNvPr id="5" name="Kājenes vietturis 4">
            <a:extLst>
              <a:ext uri="{FF2B5EF4-FFF2-40B4-BE49-F238E27FC236}">
                <a16:creationId xmlns:a16="http://schemas.microsoft.com/office/drawing/2014/main" id="{BC5F67D3-082C-2E75-4EC1-555097BE0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>
            <a:extLst>
              <a:ext uri="{FF2B5EF4-FFF2-40B4-BE49-F238E27FC236}">
                <a16:creationId xmlns:a16="http://schemas.microsoft.com/office/drawing/2014/main" id="{51506014-6F9F-1F53-6ED9-203F2F6C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118F-F15B-4723-9429-DB0C1B6A371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2251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rsraksts un sat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DD4E6E55-54AF-A0B0-1726-F0F47E865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99A28F57-9016-2EB3-A324-B2427C1B8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>
            <a:extLst>
              <a:ext uri="{FF2B5EF4-FFF2-40B4-BE49-F238E27FC236}">
                <a16:creationId xmlns:a16="http://schemas.microsoft.com/office/drawing/2014/main" id="{10CEC4FA-9C2A-1E9B-C087-19CD96E8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B326-232D-491C-B7B3-1ABC5460880F}" type="datetimeFigureOut">
              <a:rPr lang="lv-LV" smtClean="0"/>
              <a:t>08.10.2026</a:t>
            </a:fld>
            <a:endParaRPr lang="lv-LV"/>
          </a:p>
        </p:txBody>
      </p:sp>
      <p:sp>
        <p:nvSpPr>
          <p:cNvPr id="5" name="Kājenes vietturis 4">
            <a:extLst>
              <a:ext uri="{FF2B5EF4-FFF2-40B4-BE49-F238E27FC236}">
                <a16:creationId xmlns:a16="http://schemas.microsoft.com/office/drawing/2014/main" id="{59DD55A3-8C28-A6FD-4E57-11452275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>
            <a:extLst>
              <a:ext uri="{FF2B5EF4-FFF2-40B4-BE49-F238E27FC236}">
                <a16:creationId xmlns:a16="http://schemas.microsoft.com/office/drawing/2014/main" id="{54E30900-5B1C-D65C-171E-8CE050C3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118F-F15B-4723-9429-DB0C1B6A371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675459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adaļas galve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8BDB2C9-EA03-08ED-2372-76DFA1254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Teksta vietturis 2">
            <a:extLst>
              <a:ext uri="{FF2B5EF4-FFF2-40B4-BE49-F238E27FC236}">
                <a16:creationId xmlns:a16="http://schemas.microsoft.com/office/drawing/2014/main" id="{C179113C-464F-E2C9-AB4A-0897756A0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lv-LV"/>
              <a:t>Noklikšķiniet, lai rediģētu šablona teksta stilus</a:t>
            </a:r>
          </a:p>
        </p:txBody>
      </p:sp>
      <p:sp>
        <p:nvSpPr>
          <p:cNvPr id="4" name="Datuma vietturis 3">
            <a:extLst>
              <a:ext uri="{FF2B5EF4-FFF2-40B4-BE49-F238E27FC236}">
                <a16:creationId xmlns:a16="http://schemas.microsoft.com/office/drawing/2014/main" id="{17F713DF-E8F4-DEA4-B6A4-6802F288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B326-232D-491C-B7B3-1ABC5460880F}" type="datetimeFigureOut">
              <a:rPr lang="lv-LV" smtClean="0"/>
              <a:t>08.10.2026</a:t>
            </a:fld>
            <a:endParaRPr lang="lv-LV"/>
          </a:p>
        </p:txBody>
      </p:sp>
      <p:sp>
        <p:nvSpPr>
          <p:cNvPr id="5" name="Kājenes vietturis 4">
            <a:extLst>
              <a:ext uri="{FF2B5EF4-FFF2-40B4-BE49-F238E27FC236}">
                <a16:creationId xmlns:a16="http://schemas.microsoft.com/office/drawing/2014/main" id="{DFBB4A36-1F64-8DD8-A16F-63CFA1A7B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>
            <a:extLst>
              <a:ext uri="{FF2B5EF4-FFF2-40B4-BE49-F238E27FC236}">
                <a16:creationId xmlns:a16="http://schemas.microsoft.com/office/drawing/2014/main" id="{15678080-CF68-6C57-2802-F3C9A3B1A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118F-F15B-4723-9429-DB0C1B6A371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5479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vi satura blo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604AB5D-7B9D-5943-5DB4-A06AFE383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F42CBB78-DDD6-CBAF-8B74-8F7D63D00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Satura vietturis 3">
            <a:extLst>
              <a:ext uri="{FF2B5EF4-FFF2-40B4-BE49-F238E27FC236}">
                <a16:creationId xmlns:a16="http://schemas.microsoft.com/office/drawing/2014/main" id="{61271FB7-42A5-081A-CD87-644478F55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5" name="Datuma vietturis 4">
            <a:extLst>
              <a:ext uri="{FF2B5EF4-FFF2-40B4-BE49-F238E27FC236}">
                <a16:creationId xmlns:a16="http://schemas.microsoft.com/office/drawing/2014/main" id="{473C2474-678B-5145-A9AE-81106EB3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B326-232D-491C-B7B3-1ABC5460880F}" type="datetimeFigureOut">
              <a:rPr lang="lv-LV" smtClean="0"/>
              <a:t>08.10.2026</a:t>
            </a:fld>
            <a:endParaRPr lang="lv-LV"/>
          </a:p>
        </p:txBody>
      </p:sp>
      <p:sp>
        <p:nvSpPr>
          <p:cNvPr id="6" name="Kājenes vietturis 5">
            <a:extLst>
              <a:ext uri="{FF2B5EF4-FFF2-40B4-BE49-F238E27FC236}">
                <a16:creationId xmlns:a16="http://schemas.microsoft.com/office/drawing/2014/main" id="{5560875B-52D6-E1EC-7E3A-CD114632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aida numura vietturis 6">
            <a:extLst>
              <a:ext uri="{FF2B5EF4-FFF2-40B4-BE49-F238E27FC236}">
                <a16:creationId xmlns:a16="http://schemas.microsoft.com/office/drawing/2014/main" id="{4F00A877-B188-1696-1D0E-76A069F6E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118F-F15B-4723-9429-DB0C1B6A371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90535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līdzināju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9EE7B8BE-D8CA-3140-44C9-FAF8AD8EE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Teksta vietturis 2">
            <a:extLst>
              <a:ext uri="{FF2B5EF4-FFF2-40B4-BE49-F238E27FC236}">
                <a16:creationId xmlns:a16="http://schemas.microsoft.com/office/drawing/2014/main" id="{C82D4469-88E0-9FF6-452D-5C7283FC8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v-LV"/>
              <a:t>Noklikšķiniet, lai rediģētu šablona teksta stilus</a:t>
            </a:r>
          </a:p>
        </p:txBody>
      </p:sp>
      <p:sp>
        <p:nvSpPr>
          <p:cNvPr id="4" name="Satura vietturis 3">
            <a:extLst>
              <a:ext uri="{FF2B5EF4-FFF2-40B4-BE49-F238E27FC236}">
                <a16:creationId xmlns:a16="http://schemas.microsoft.com/office/drawing/2014/main" id="{8E08006A-6DDB-A23C-1A49-DF8F09FE7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5" name="Teksta vietturis 4">
            <a:extLst>
              <a:ext uri="{FF2B5EF4-FFF2-40B4-BE49-F238E27FC236}">
                <a16:creationId xmlns:a16="http://schemas.microsoft.com/office/drawing/2014/main" id="{50228924-F032-A06A-3201-43B222C89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v-LV"/>
              <a:t>Noklikšķiniet, lai rediģētu šablona teksta stilus</a:t>
            </a:r>
          </a:p>
        </p:txBody>
      </p:sp>
      <p:sp>
        <p:nvSpPr>
          <p:cNvPr id="6" name="Satura vietturis 5">
            <a:extLst>
              <a:ext uri="{FF2B5EF4-FFF2-40B4-BE49-F238E27FC236}">
                <a16:creationId xmlns:a16="http://schemas.microsoft.com/office/drawing/2014/main" id="{C59F9C3F-6A07-FF09-782C-56E680573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7" name="Datuma vietturis 6">
            <a:extLst>
              <a:ext uri="{FF2B5EF4-FFF2-40B4-BE49-F238E27FC236}">
                <a16:creationId xmlns:a16="http://schemas.microsoft.com/office/drawing/2014/main" id="{DEE61FE8-972F-75F1-0173-2A82CB52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B326-232D-491C-B7B3-1ABC5460880F}" type="datetimeFigureOut">
              <a:rPr lang="lv-LV" smtClean="0"/>
              <a:t>08.10.2026</a:t>
            </a:fld>
            <a:endParaRPr lang="lv-LV"/>
          </a:p>
        </p:txBody>
      </p:sp>
      <p:sp>
        <p:nvSpPr>
          <p:cNvPr id="8" name="Kājenes vietturis 7">
            <a:extLst>
              <a:ext uri="{FF2B5EF4-FFF2-40B4-BE49-F238E27FC236}">
                <a16:creationId xmlns:a16="http://schemas.microsoft.com/office/drawing/2014/main" id="{EFEAD29B-666E-0B20-D8F5-F4A15592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9" name="Slaida numura vietturis 8">
            <a:extLst>
              <a:ext uri="{FF2B5EF4-FFF2-40B4-BE49-F238E27FC236}">
                <a16:creationId xmlns:a16="http://schemas.microsoft.com/office/drawing/2014/main" id="{4115ABD6-6AB6-2AAB-2EE5-D9A0C0DA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118F-F15B-4723-9429-DB0C1B6A371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579912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ai virsra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6A2AF958-25D8-CEC5-3426-CCBCDDCE4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Datuma vietturis 2">
            <a:extLst>
              <a:ext uri="{FF2B5EF4-FFF2-40B4-BE49-F238E27FC236}">
                <a16:creationId xmlns:a16="http://schemas.microsoft.com/office/drawing/2014/main" id="{6025C8CA-3B61-595E-1820-48C93EB5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B326-232D-491C-B7B3-1ABC5460880F}" type="datetimeFigureOut">
              <a:rPr lang="lv-LV" smtClean="0"/>
              <a:t>08.10.2026</a:t>
            </a:fld>
            <a:endParaRPr lang="lv-LV"/>
          </a:p>
        </p:txBody>
      </p:sp>
      <p:sp>
        <p:nvSpPr>
          <p:cNvPr id="4" name="Kājenes vietturis 3">
            <a:extLst>
              <a:ext uri="{FF2B5EF4-FFF2-40B4-BE49-F238E27FC236}">
                <a16:creationId xmlns:a16="http://schemas.microsoft.com/office/drawing/2014/main" id="{843F4713-412E-EC60-F92F-C5B30CAD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5" name="Slaida numura vietturis 4">
            <a:extLst>
              <a:ext uri="{FF2B5EF4-FFF2-40B4-BE49-F238E27FC236}">
                <a16:creationId xmlns:a16="http://schemas.microsoft.com/office/drawing/2014/main" id="{932AF742-CCE0-8077-CBC5-22DF17E9A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118F-F15B-4723-9429-DB0C1B6A371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757075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k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a vietturis 1">
            <a:extLst>
              <a:ext uri="{FF2B5EF4-FFF2-40B4-BE49-F238E27FC236}">
                <a16:creationId xmlns:a16="http://schemas.microsoft.com/office/drawing/2014/main" id="{02CCD367-9E24-7931-09B9-BAC44430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B326-232D-491C-B7B3-1ABC5460880F}" type="datetimeFigureOut">
              <a:rPr lang="lv-LV" smtClean="0"/>
              <a:t>08.10.2026</a:t>
            </a:fld>
            <a:endParaRPr lang="lv-LV"/>
          </a:p>
        </p:txBody>
      </p:sp>
      <p:sp>
        <p:nvSpPr>
          <p:cNvPr id="3" name="Kājenes vietturis 2">
            <a:extLst>
              <a:ext uri="{FF2B5EF4-FFF2-40B4-BE49-F238E27FC236}">
                <a16:creationId xmlns:a16="http://schemas.microsoft.com/office/drawing/2014/main" id="{F6CBE407-A2A7-02DD-1A2D-97C1BE557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A859D91D-A542-C4F2-54D9-1DB7C1DC9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118F-F15B-4723-9429-DB0C1B6A371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326208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turs ar paraks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77394A6A-984A-8E11-AC6E-067D3EAF5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821DEBB0-BFFF-763C-A056-6F72EEF0A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Teksta vietturis 3">
            <a:extLst>
              <a:ext uri="{FF2B5EF4-FFF2-40B4-BE49-F238E27FC236}">
                <a16:creationId xmlns:a16="http://schemas.microsoft.com/office/drawing/2014/main" id="{36F33A48-5318-30CC-591D-EEE56149E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v-LV"/>
              <a:t>Noklikšķiniet, lai rediģētu šablona teksta stilus</a:t>
            </a:r>
          </a:p>
        </p:txBody>
      </p:sp>
      <p:sp>
        <p:nvSpPr>
          <p:cNvPr id="5" name="Datuma vietturis 4">
            <a:extLst>
              <a:ext uri="{FF2B5EF4-FFF2-40B4-BE49-F238E27FC236}">
                <a16:creationId xmlns:a16="http://schemas.microsoft.com/office/drawing/2014/main" id="{22EC8D2E-4F25-F24C-201B-563C3538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B326-232D-491C-B7B3-1ABC5460880F}" type="datetimeFigureOut">
              <a:rPr lang="lv-LV" smtClean="0"/>
              <a:t>08.10.2026</a:t>
            </a:fld>
            <a:endParaRPr lang="lv-LV"/>
          </a:p>
        </p:txBody>
      </p:sp>
      <p:sp>
        <p:nvSpPr>
          <p:cNvPr id="6" name="Kājenes vietturis 5">
            <a:extLst>
              <a:ext uri="{FF2B5EF4-FFF2-40B4-BE49-F238E27FC236}">
                <a16:creationId xmlns:a16="http://schemas.microsoft.com/office/drawing/2014/main" id="{6AF23597-BB88-20B9-2DFB-8DD2F63F2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aida numura vietturis 6">
            <a:extLst>
              <a:ext uri="{FF2B5EF4-FFF2-40B4-BE49-F238E27FC236}">
                <a16:creationId xmlns:a16="http://schemas.microsoft.com/office/drawing/2014/main" id="{84E85D69-20D2-1BC3-A8FC-EE654703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118F-F15B-4723-9429-DB0C1B6A371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597414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ttēls ar paraks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D2BF04EB-A962-FC50-4850-E4B1EAADF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Attēla vietturis 2">
            <a:extLst>
              <a:ext uri="{FF2B5EF4-FFF2-40B4-BE49-F238E27FC236}">
                <a16:creationId xmlns:a16="http://schemas.microsoft.com/office/drawing/2014/main" id="{246DBA5C-4313-0144-AA58-7D9E0462C7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v-LV"/>
          </a:p>
        </p:txBody>
      </p:sp>
      <p:sp>
        <p:nvSpPr>
          <p:cNvPr id="4" name="Teksta vietturis 3">
            <a:extLst>
              <a:ext uri="{FF2B5EF4-FFF2-40B4-BE49-F238E27FC236}">
                <a16:creationId xmlns:a16="http://schemas.microsoft.com/office/drawing/2014/main" id="{1AA7AC6C-06E8-B800-CD7D-7809C6644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v-LV"/>
              <a:t>Noklikšķiniet, lai rediģētu šablona teksta stilus</a:t>
            </a:r>
          </a:p>
        </p:txBody>
      </p:sp>
      <p:sp>
        <p:nvSpPr>
          <p:cNvPr id="5" name="Datuma vietturis 4">
            <a:extLst>
              <a:ext uri="{FF2B5EF4-FFF2-40B4-BE49-F238E27FC236}">
                <a16:creationId xmlns:a16="http://schemas.microsoft.com/office/drawing/2014/main" id="{0F80563B-D96E-03AB-782F-AB55C14EE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B326-232D-491C-B7B3-1ABC5460880F}" type="datetimeFigureOut">
              <a:rPr lang="lv-LV" smtClean="0"/>
              <a:t>08.10.2026</a:t>
            </a:fld>
            <a:endParaRPr lang="lv-LV"/>
          </a:p>
        </p:txBody>
      </p:sp>
      <p:sp>
        <p:nvSpPr>
          <p:cNvPr id="6" name="Kājenes vietturis 5">
            <a:extLst>
              <a:ext uri="{FF2B5EF4-FFF2-40B4-BE49-F238E27FC236}">
                <a16:creationId xmlns:a16="http://schemas.microsoft.com/office/drawing/2014/main" id="{532112FD-0432-567C-AC6A-676760FC5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aida numura vietturis 6">
            <a:extLst>
              <a:ext uri="{FF2B5EF4-FFF2-40B4-BE49-F238E27FC236}">
                <a16:creationId xmlns:a16="http://schemas.microsoft.com/office/drawing/2014/main" id="{498E5A13-2D80-98E5-530F-E56D9FF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118F-F15B-4723-9429-DB0C1B6A371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66206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irsraksts un vertikāls te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9D0BEB12-B192-217B-B95D-00666A632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Vertikāls teksta vietturis 2">
            <a:extLst>
              <a:ext uri="{FF2B5EF4-FFF2-40B4-BE49-F238E27FC236}">
                <a16:creationId xmlns:a16="http://schemas.microsoft.com/office/drawing/2014/main" id="{65F55E7F-110C-B49B-02EB-48CCC7F81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>
            <a:extLst>
              <a:ext uri="{FF2B5EF4-FFF2-40B4-BE49-F238E27FC236}">
                <a16:creationId xmlns:a16="http://schemas.microsoft.com/office/drawing/2014/main" id="{BA50245E-096A-F84F-264C-FBFB7139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B326-232D-491C-B7B3-1ABC5460880F}" type="datetimeFigureOut">
              <a:rPr lang="lv-LV" smtClean="0"/>
              <a:t>08.10.2026</a:t>
            </a:fld>
            <a:endParaRPr lang="lv-LV"/>
          </a:p>
        </p:txBody>
      </p:sp>
      <p:sp>
        <p:nvSpPr>
          <p:cNvPr id="5" name="Kājenes vietturis 4">
            <a:extLst>
              <a:ext uri="{FF2B5EF4-FFF2-40B4-BE49-F238E27FC236}">
                <a16:creationId xmlns:a16="http://schemas.microsoft.com/office/drawing/2014/main" id="{5DAF5A26-416C-DC58-871D-50C5F9DCC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>
            <a:extLst>
              <a:ext uri="{FF2B5EF4-FFF2-40B4-BE49-F238E27FC236}">
                <a16:creationId xmlns:a16="http://schemas.microsoft.com/office/drawing/2014/main" id="{BA7AD0FC-9D67-0A45-FE8C-6A31CA947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118F-F15B-4723-9429-DB0C1B6A371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656080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āls virsraksts un te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āls virsraksts 1">
            <a:extLst>
              <a:ext uri="{FF2B5EF4-FFF2-40B4-BE49-F238E27FC236}">
                <a16:creationId xmlns:a16="http://schemas.microsoft.com/office/drawing/2014/main" id="{96C1636B-9862-E856-3665-654861E670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Vertikāls teksta vietturis 2">
            <a:extLst>
              <a:ext uri="{FF2B5EF4-FFF2-40B4-BE49-F238E27FC236}">
                <a16:creationId xmlns:a16="http://schemas.microsoft.com/office/drawing/2014/main" id="{C892F982-128C-9E2A-F5A7-22D768BD4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>
            <a:extLst>
              <a:ext uri="{FF2B5EF4-FFF2-40B4-BE49-F238E27FC236}">
                <a16:creationId xmlns:a16="http://schemas.microsoft.com/office/drawing/2014/main" id="{B7DC970E-B850-934C-C776-8EF339C05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B326-232D-491C-B7B3-1ABC5460880F}" type="datetimeFigureOut">
              <a:rPr lang="lv-LV" smtClean="0"/>
              <a:t>08.10.2026</a:t>
            </a:fld>
            <a:endParaRPr lang="lv-LV"/>
          </a:p>
        </p:txBody>
      </p:sp>
      <p:sp>
        <p:nvSpPr>
          <p:cNvPr id="5" name="Kājenes vietturis 4">
            <a:extLst>
              <a:ext uri="{FF2B5EF4-FFF2-40B4-BE49-F238E27FC236}">
                <a16:creationId xmlns:a16="http://schemas.microsoft.com/office/drawing/2014/main" id="{2D20ED4F-ED93-F1CB-CF71-7128FE52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>
            <a:extLst>
              <a:ext uri="{FF2B5EF4-FFF2-40B4-BE49-F238E27FC236}">
                <a16:creationId xmlns:a16="http://schemas.microsoft.com/office/drawing/2014/main" id="{F81260EB-AEE1-8497-D837-913D7396C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118F-F15B-4723-9429-DB0C1B6A371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043023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a vietturis 1">
            <a:extLst>
              <a:ext uri="{FF2B5EF4-FFF2-40B4-BE49-F238E27FC236}">
                <a16:creationId xmlns:a16="http://schemas.microsoft.com/office/drawing/2014/main" id="{511CF6D1-4257-DC81-769B-72000131C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Teksta vietturis 2">
            <a:extLst>
              <a:ext uri="{FF2B5EF4-FFF2-40B4-BE49-F238E27FC236}">
                <a16:creationId xmlns:a16="http://schemas.microsoft.com/office/drawing/2014/main" id="{08006993-94B5-5F9C-6FE0-C16994306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v-LV"/>
              <a:t>Noklikšķiniet, lai rediģētu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>
            <a:extLst>
              <a:ext uri="{FF2B5EF4-FFF2-40B4-BE49-F238E27FC236}">
                <a16:creationId xmlns:a16="http://schemas.microsoft.com/office/drawing/2014/main" id="{9D2E1E5E-5B68-58A2-2F38-050EBDFBC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55B326-232D-491C-B7B3-1ABC5460880F}" type="datetimeFigureOut">
              <a:rPr lang="lv-LV" smtClean="0"/>
              <a:t>08.10.2026</a:t>
            </a:fld>
            <a:endParaRPr lang="lv-LV"/>
          </a:p>
        </p:txBody>
      </p:sp>
      <p:sp>
        <p:nvSpPr>
          <p:cNvPr id="5" name="Kājenes vietturis 4">
            <a:extLst>
              <a:ext uri="{FF2B5EF4-FFF2-40B4-BE49-F238E27FC236}">
                <a16:creationId xmlns:a16="http://schemas.microsoft.com/office/drawing/2014/main" id="{902125C2-391B-4DF8-8D83-FC8E32A92A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v-LV"/>
          </a:p>
        </p:txBody>
      </p:sp>
      <p:sp>
        <p:nvSpPr>
          <p:cNvPr id="6" name="Slaida numura vietturis 5">
            <a:extLst>
              <a:ext uri="{FF2B5EF4-FFF2-40B4-BE49-F238E27FC236}">
                <a16:creationId xmlns:a16="http://schemas.microsoft.com/office/drawing/2014/main" id="{04EEDEB7-685F-D212-BC40-F262B2E1D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A118F-F15B-4723-9429-DB0C1B6A371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44180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v-L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D63398-EEE4-4E6A-BEF3-E92924A28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804B24-17AC-406D-9636-1332F5DF9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0DF94D-F28F-435E-AD56-C40FC99AF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F952EE-9AAE-4D81-BF98-35DF7133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1516CC62-BABF-7B24-CE49-E34389773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4454" y="3006586"/>
            <a:ext cx="7284935" cy="2732297"/>
          </a:xfrm>
        </p:spPr>
        <p:txBody>
          <a:bodyPr anchor="t">
            <a:normAutofit/>
          </a:bodyPr>
          <a:lstStyle/>
          <a:p>
            <a:pPr algn="l"/>
            <a:r>
              <a:rPr lang="lv-LV" sz="4800" b="1">
                <a:solidFill>
                  <a:srgbClr val="FFFFFF"/>
                </a:solidFill>
              </a:rPr>
              <a:t>AuraDB Knowledge Graph Creation</a:t>
            </a:r>
            <a:endParaRPr lang="lv-LV" sz="4800">
              <a:solidFill>
                <a:srgbClr val="FFFFFF"/>
              </a:solidFill>
            </a:endParaRPr>
          </a:p>
        </p:txBody>
      </p:sp>
      <p:sp>
        <p:nvSpPr>
          <p:cNvPr id="3" name="Apakšvirsraksts 2">
            <a:extLst>
              <a:ext uri="{FF2B5EF4-FFF2-40B4-BE49-F238E27FC236}">
                <a16:creationId xmlns:a16="http://schemas.microsoft.com/office/drawing/2014/main" id="{7CEC5556-03D8-3F66-5853-4126AF7BE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4454" y="667911"/>
            <a:ext cx="6755642" cy="1296368"/>
          </a:xfrm>
        </p:spPr>
        <p:txBody>
          <a:bodyPr anchor="b">
            <a:normAutofit/>
          </a:bodyPr>
          <a:lstStyle/>
          <a:p>
            <a:pPr algn="l"/>
            <a:endParaRPr lang="lv-LV" sz="2200">
              <a:solidFill>
                <a:srgbClr val="FFFFFF"/>
              </a:solidFill>
            </a:endParaRPr>
          </a:p>
          <a:p>
            <a:pPr algn="l"/>
            <a:r>
              <a:rPr lang="lv-LV" sz="2200">
                <a:solidFill>
                  <a:srgbClr val="FFFFFF"/>
                </a:solidFill>
              </a:rPr>
              <a:t>Emīlija Kalniņa</a:t>
            </a:r>
          </a:p>
          <a:p>
            <a:pPr algn="l"/>
            <a:r>
              <a:rPr lang="lv-LV" sz="2200">
                <a:solidFill>
                  <a:srgbClr val="FFFFFF"/>
                </a:solidFill>
              </a:rPr>
              <a:t>Digital Humanities</a:t>
            </a:r>
          </a:p>
        </p:txBody>
      </p:sp>
    </p:spTree>
    <p:extLst>
      <p:ext uri="{BB962C8B-B14F-4D97-AF65-F5344CB8AC3E}">
        <p14:creationId xmlns:p14="http://schemas.microsoft.com/office/powerpoint/2010/main" val="304626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0F828F40-C3EE-EA8C-1BB3-A8C64A550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Creating schema from </a:t>
            </a:r>
            <a:r>
              <a:rPr lang="en-US" sz="2800" b="1">
                <a:solidFill>
                  <a:srgbClr val="FFFFFF"/>
                </a:solidFill>
              </a:rPr>
              <a:t>nodes_course_topics.csv </a:t>
            </a:r>
            <a:r>
              <a:rPr lang="en-US" sz="2800">
                <a:solidFill>
                  <a:srgbClr val="FFFFFF"/>
                </a:solidFill>
              </a:rPr>
              <a:t>file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E7FBEA91-4862-29B7-E6AC-A21CC9A08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2352294"/>
            <a:ext cx="5131088" cy="3655900"/>
          </a:xfrm>
          <a:prstGeom prst="rect">
            <a:avLst/>
          </a:prstGeom>
        </p:spPr>
      </p:pic>
      <p:pic>
        <p:nvPicPr>
          <p:cNvPr id="7" name="Attēls 6">
            <a:extLst>
              <a:ext uri="{FF2B5EF4-FFF2-40B4-BE49-F238E27FC236}">
                <a16:creationId xmlns:a16="http://schemas.microsoft.com/office/drawing/2014/main" id="{9A4B5FB5-EF84-BA5B-901D-7FFCC14497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4845855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29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8C9DFA5A-CC1B-083D-1080-2F49B32F7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Query MATCH (n) RETURN n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63958E40-5220-8B79-1D9B-D93DE8FE1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2858989"/>
            <a:ext cx="5131088" cy="2642510"/>
          </a:xfrm>
          <a:prstGeom prst="rect">
            <a:avLst/>
          </a:prstGeom>
        </p:spPr>
      </p:pic>
      <p:pic>
        <p:nvPicPr>
          <p:cNvPr id="7" name="Attēls 6">
            <a:extLst>
              <a:ext uri="{FF2B5EF4-FFF2-40B4-BE49-F238E27FC236}">
                <a16:creationId xmlns:a16="http://schemas.microsoft.com/office/drawing/2014/main" id="{304E5E2C-A5B5-F89F-F289-E35CC8146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876234"/>
            <a:ext cx="5131087" cy="268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96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6034D356-51C9-E5FB-227C-04F1083B9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Query MATCH (c:Title) RETURN c</a:t>
            </a:r>
            <a:br>
              <a:rPr lang="en-US" sz="2800">
                <a:solidFill>
                  <a:srgbClr val="FFFFFF"/>
                </a:solidFill>
              </a:rPr>
            </a:br>
            <a:r>
              <a:rPr lang="en-US" sz="280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7" name="Attēls 6">
            <a:extLst>
              <a:ext uri="{FF2B5EF4-FFF2-40B4-BE49-F238E27FC236}">
                <a16:creationId xmlns:a16="http://schemas.microsoft.com/office/drawing/2014/main" id="{83EDFAA2-3E86-80F9-49D2-EBE71465A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6" y="2483598"/>
            <a:ext cx="5277689" cy="3694382"/>
          </a:xfrm>
          <a:prstGeom prst="rect">
            <a:avLst/>
          </a:prstGeom>
        </p:spPr>
      </p:pic>
      <p:pic>
        <p:nvPicPr>
          <p:cNvPr id="5" name="Satura vietturis 4">
            <a:extLst>
              <a:ext uri="{FF2B5EF4-FFF2-40B4-BE49-F238E27FC236}">
                <a16:creationId xmlns:a16="http://schemas.microsoft.com/office/drawing/2014/main" id="{207D8A8B-BFB2-4CE8-C624-A4E1AFCAF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9" y="2483598"/>
            <a:ext cx="5131087" cy="369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73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C9275560-0AF3-751D-B385-86650C7C7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n-US" sz="1000" dirty="0">
                <a:solidFill>
                  <a:srgbClr val="FFFFFF"/>
                </a:solidFill>
              </a:rPr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Query MATCH (</a:t>
            </a:r>
            <a:r>
              <a:rPr lang="en-US" sz="2700" dirty="0" err="1">
                <a:solidFill>
                  <a:srgbClr val="FFFFFF"/>
                </a:solidFill>
              </a:rPr>
              <a:t>c:`Topic</a:t>
            </a:r>
            <a:r>
              <a:rPr lang="en-US" sz="2700" dirty="0">
                <a:solidFill>
                  <a:srgbClr val="FFFFFF"/>
                </a:solidFill>
              </a:rPr>
              <a:t> ID`)-[:`has this many intramural independent hours`]-&gt;(p: `intramural independent hours`)</a:t>
            </a: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RETURN c, p</a:t>
            </a:r>
            <a:br>
              <a:rPr lang="en-US" sz="1000" dirty="0">
                <a:solidFill>
                  <a:srgbClr val="FFFFFF"/>
                </a:solidFill>
              </a:rPr>
            </a:br>
            <a:br>
              <a:rPr lang="en-US" sz="1000" dirty="0">
                <a:solidFill>
                  <a:srgbClr val="FFFFFF"/>
                </a:solidFill>
              </a:rPr>
            </a:br>
            <a:endParaRPr lang="en-US" sz="1000" dirty="0">
              <a:solidFill>
                <a:srgbClr val="FFFFFF"/>
              </a:solidFill>
            </a:endParaRPr>
          </a:p>
        </p:txBody>
      </p:sp>
      <p:pic>
        <p:nvPicPr>
          <p:cNvPr id="7" name="Attēls 6">
            <a:extLst>
              <a:ext uri="{FF2B5EF4-FFF2-40B4-BE49-F238E27FC236}">
                <a16:creationId xmlns:a16="http://schemas.microsoft.com/office/drawing/2014/main" id="{E42B6501-876E-1D34-4185-CB042D38A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45" y="2446505"/>
            <a:ext cx="5258005" cy="3720038"/>
          </a:xfrm>
          <a:prstGeom prst="rect">
            <a:avLst/>
          </a:prstGeom>
        </p:spPr>
      </p:pic>
      <p:pic>
        <p:nvPicPr>
          <p:cNvPr id="5" name="Attēls 4">
            <a:extLst>
              <a:ext uri="{FF2B5EF4-FFF2-40B4-BE49-F238E27FC236}">
                <a16:creationId xmlns:a16="http://schemas.microsoft.com/office/drawing/2014/main" id="{5A909E50-86C8-7F74-9AEE-01CF564FD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50" y="2446505"/>
            <a:ext cx="5131087" cy="372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16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dizain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68</Words>
  <Application>Microsoft Office PowerPoint</Application>
  <PresentationFormat>Platekrāna</PresentationFormat>
  <Paragraphs>8</Paragraphs>
  <Slides>5</Slides>
  <Notes>0</Notes>
  <HiddenSlides>0</HiddenSlides>
  <MMClips>0</MMClips>
  <ScaleCrop>false</ScaleCrop>
  <HeadingPairs>
    <vt:vector size="6" baseType="variant">
      <vt:variant>
        <vt:lpstr>Lietotie fonti</vt:lpstr>
      </vt:variant>
      <vt:variant>
        <vt:i4>3</vt:i4>
      </vt:variant>
      <vt:variant>
        <vt:lpstr>Dizains</vt:lpstr>
      </vt:variant>
      <vt:variant>
        <vt:i4>1</vt:i4>
      </vt:variant>
      <vt:variant>
        <vt:lpstr>Slaidu virsraksti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dizains</vt:lpstr>
      <vt:lpstr>AuraDB Knowledge Graph Creation</vt:lpstr>
      <vt:lpstr>Creating schema from nodes_course_topics.csv file</vt:lpstr>
      <vt:lpstr>Query MATCH (n) RETURN n</vt:lpstr>
      <vt:lpstr>Query MATCH (c:Title) RETURN c  </vt:lpstr>
      <vt:lpstr>  Query MATCH (c:`Topic ID`)-[:`has this many intramural independent hours`]-&gt;(p: `intramural independent hours`) RETURN c, p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Emīlija Kalniņa</dc:creator>
  <cp:lastModifiedBy>Emīlija Kalniņa</cp:lastModifiedBy>
  <cp:revision>1</cp:revision>
  <dcterms:created xsi:type="dcterms:W3CDTF">2026-10-08T08:58:20Z</dcterms:created>
  <dcterms:modified xsi:type="dcterms:W3CDTF">2026-10-08T09:12:19Z</dcterms:modified>
</cp:coreProperties>
</file>